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2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2B90CF7-D3D4-4BB6-B40D-18324D785665}">
          <p14:sldIdLst>
            <p14:sldId id="256"/>
            <p14:sldId id="281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2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5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t="10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132" y="4040777"/>
            <a:ext cx="3169920" cy="10363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JS Engine</a:t>
            </a:r>
            <a:endParaRPr sz="48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131" y="5016137"/>
            <a:ext cx="3553097" cy="6008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Instructor: Abid Ali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B5CD-FFC2-4B43-9D8B-F946283C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Engine Flow Diagram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32083-4850-454E-AC0A-914003CC6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0754"/>
            <a:ext cx="8229600" cy="4824549"/>
          </a:xfrm>
          <a:noFill/>
        </p:spPr>
      </p:pic>
    </p:spTree>
    <p:extLst>
      <p:ext uri="{BB962C8B-B14F-4D97-AF65-F5344CB8AC3E}">
        <p14:creationId xmlns:p14="http://schemas.microsoft.com/office/powerpoint/2010/main" val="401884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By the end of this session, you will be able to:</a:t>
            </a:r>
            <a:endParaRPr lang="en-US" dirty="0"/>
          </a:p>
          <a:p>
            <a:pPr marL="0" indent="0">
              <a:buNone/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Understand how JavaScript executes code internally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Explain the Call Stack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Explain Web APIs / Node APIs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Understand the Callback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Understand the Microtask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Explain how the Event Loop works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Predict output of async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JavaScript is Single Threaded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460648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dirty="0"/>
              <a:t>JavaScript runs in a single thread: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One task at a time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One call stack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One line of execution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Question: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If JS is single-threaded, how does it handle multiple tasks?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Answer</a:t>
            </a:r>
            <a:r>
              <a:rPr lang="en-PK" dirty="0"/>
              <a:t>: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	It uses the runtime environment (Browser/Node).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CD4B5-C570-4A42-9B02-A658A9DAE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37" y="1868761"/>
            <a:ext cx="4807132" cy="1353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JavaScript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JavaScript runs inside a runtime environment.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JS Runtime Components: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JS Engine (V8, </a:t>
            </a:r>
            <a:r>
              <a:rPr dirty="0" err="1"/>
              <a:t>SpiderMonkey</a:t>
            </a:r>
            <a:r>
              <a:rPr dirty="0"/>
              <a:t>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Call Stack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Web APIs / Node APIs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Callback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Microtask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Event Loop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366" y="2225909"/>
            <a:ext cx="4841966" cy="3168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703" y="1673879"/>
            <a:ext cx="4493621" cy="2006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JS Engine (V8)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JS Engine Responsibilities: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Parses code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Converts to machine instructions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Executes code line by line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Popular JS Engines: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Chrome → V8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Firefox → </a:t>
            </a:r>
            <a:r>
              <a:rPr dirty="0" err="1"/>
              <a:t>SpiderMonkey</a:t>
            </a: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Safari → </a:t>
            </a:r>
            <a:r>
              <a:rPr dirty="0" err="1"/>
              <a:t>JavaScriptCore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Call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dirty="0"/>
              <a:t>Call Stack = Execution Stack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Keeps track of function calls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Uses LIFO (Last In First Out)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Example: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function </a:t>
            </a:r>
            <a:r>
              <a:rPr lang="en-US" dirty="0"/>
              <a:t>a</a:t>
            </a:r>
            <a:r>
              <a:rPr dirty="0"/>
              <a:t>() { console.log(‘</a:t>
            </a:r>
            <a:r>
              <a:rPr lang="en-US" dirty="0"/>
              <a:t>A</a:t>
            </a:r>
            <a:r>
              <a:rPr dirty="0"/>
              <a:t>'); }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function </a:t>
            </a:r>
            <a:r>
              <a:rPr lang="en-US" dirty="0"/>
              <a:t>b</a:t>
            </a:r>
            <a:r>
              <a:rPr dirty="0"/>
              <a:t>() { </a:t>
            </a:r>
            <a:r>
              <a:rPr lang="en-US" dirty="0"/>
              <a:t>a</a:t>
            </a:r>
            <a:r>
              <a:rPr dirty="0"/>
              <a:t>(); console.log('</a:t>
            </a:r>
            <a:r>
              <a:rPr lang="en-US" dirty="0"/>
              <a:t>B</a:t>
            </a:r>
            <a:r>
              <a:rPr dirty="0"/>
              <a:t>'); }</a:t>
            </a:r>
          </a:p>
          <a:p>
            <a:pPr marL="0" indent="0">
              <a:buNone/>
              <a:defRPr sz="2000"/>
            </a:pPr>
            <a:r>
              <a:rPr lang="en-US" dirty="0"/>
              <a:t>	b</a:t>
            </a:r>
            <a:r>
              <a:rPr dirty="0"/>
              <a:t>();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Output:</a:t>
            </a:r>
          </a:p>
          <a:p>
            <a:pPr marL="0" indent="0">
              <a:buNone/>
              <a:defRPr sz="2000"/>
            </a:pPr>
            <a:r>
              <a:rPr lang="en-US" dirty="0"/>
              <a:t>	 A</a:t>
            </a:r>
          </a:p>
          <a:p>
            <a:pPr marL="0" indent="0">
              <a:buNone/>
              <a:defRPr sz="2000"/>
            </a:pPr>
            <a:r>
              <a:rPr lang="en-US" dirty="0"/>
              <a:t>	 B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4C4F43-E973-4304-9115-DBEC1CE5D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850" y="1193074"/>
            <a:ext cx="3651476" cy="41536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Call Stack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Example:</a:t>
            </a:r>
          </a:p>
          <a:p>
            <a:pPr marL="0" indent="0">
              <a:buNone/>
              <a:defRPr sz="2000"/>
            </a:pPr>
            <a:r>
              <a:rPr dirty="0"/>
              <a:t>function first() { console.log('first'); }</a:t>
            </a:r>
          </a:p>
          <a:p>
            <a:pPr marL="0" indent="0">
              <a:buNone/>
              <a:defRPr sz="2000"/>
            </a:pPr>
            <a:r>
              <a:rPr dirty="0"/>
              <a:t>function second() { first(); console.log('second'); }</a:t>
            </a:r>
          </a:p>
          <a:p>
            <a:pPr marL="0" indent="0">
              <a:buNone/>
              <a:defRPr sz="2000"/>
            </a:pPr>
            <a:r>
              <a:rPr dirty="0"/>
              <a:t>second();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Stack Process:</a:t>
            </a:r>
          </a:p>
          <a:p>
            <a:pPr marL="0" indent="0">
              <a:buNone/>
              <a:defRPr sz="2000"/>
            </a:pPr>
            <a:r>
              <a:rPr dirty="0"/>
              <a:t>1. second() pushed</a:t>
            </a:r>
          </a:p>
          <a:p>
            <a:pPr marL="0" indent="0">
              <a:buNone/>
              <a:defRPr sz="2000"/>
            </a:pPr>
            <a:r>
              <a:rPr dirty="0"/>
              <a:t>2. first() pushed</a:t>
            </a:r>
          </a:p>
          <a:p>
            <a:pPr marL="0" indent="0">
              <a:buNone/>
              <a:defRPr sz="2000"/>
            </a:pPr>
            <a:r>
              <a:rPr dirty="0"/>
              <a:t>3. first() executed and popped</a:t>
            </a:r>
          </a:p>
          <a:p>
            <a:pPr marL="0" indent="0">
              <a:buNone/>
              <a:defRPr sz="2000"/>
            </a:pPr>
            <a:r>
              <a:rPr dirty="0"/>
              <a:t>4. second() continues</a:t>
            </a:r>
          </a:p>
          <a:p>
            <a:pPr marL="0" indent="0">
              <a:buNone/>
              <a:defRPr sz="2000"/>
            </a:pPr>
            <a:r>
              <a:rPr dirty="0"/>
              <a:t>5. second() popped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 the Call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dirty="0"/>
              <a:t>If call stack is busy → JS becomes slow/freezes.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Example:</a:t>
            </a:r>
          </a:p>
          <a:p>
            <a:pPr marL="400050" lvl="1" indent="0">
              <a:buNone/>
              <a:defRPr sz="2000"/>
            </a:pPr>
            <a:r>
              <a:rPr dirty="0"/>
              <a:t>console.log('Start');</a:t>
            </a:r>
          </a:p>
          <a:p>
            <a:pPr marL="400050" lvl="1" indent="0">
              <a:buNone/>
              <a:defRPr sz="2000"/>
            </a:pPr>
            <a:r>
              <a:rPr dirty="0"/>
              <a:t>for (let </a:t>
            </a:r>
            <a:r>
              <a:rPr dirty="0" err="1"/>
              <a:t>i</a:t>
            </a:r>
            <a:r>
              <a:rPr dirty="0"/>
              <a:t> = 0; </a:t>
            </a:r>
            <a:r>
              <a:rPr dirty="0" err="1"/>
              <a:t>i</a:t>
            </a:r>
            <a:r>
              <a:rPr dirty="0"/>
              <a:t> &lt; 1000000000; </a:t>
            </a:r>
            <a:r>
              <a:rPr dirty="0" err="1"/>
              <a:t>i</a:t>
            </a:r>
            <a:r>
              <a:rPr dirty="0"/>
              <a:t>++) {}</a:t>
            </a:r>
          </a:p>
          <a:p>
            <a:pPr marL="400050" lvl="1" indent="0">
              <a:buNone/>
              <a:defRPr sz="2000"/>
            </a:pPr>
            <a:r>
              <a:rPr dirty="0"/>
              <a:t>console.log('End');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Output:</a:t>
            </a:r>
          </a:p>
          <a:p>
            <a:pPr marL="0" indent="0">
              <a:buNone/>
              <a:defRPr sz="2000"/>
            </a:pPr>
            <a:r>
              <a:rPr dirty="0"/>
              <a:t>Start</a:t>
            </a:r>
          </a:p>
          <a:p>
            <a:pPr marL="0" indent="0">
              <a:buNone/>
              <a:defRPr sz="2000"/>
            </a:pPr>
            <a:r>
              <a:rPr dirty="0"/>
              <a:t>End</a:t>
            </a:r>
          </a:p>
          <a:p>
            <a:pPr>
              <a:defRPr sz="2000"/>
            </a:pPr>
            <a:endParaRPr lang="en-PK" dirty="0"/>
          </a:p>
          <a:p>
            <a:pPr marL="0" indent="0">
              <a:buNone/>
              <a:defRPr sz="2000"/>
            </a:pPr>
            <a:r>
              <a:rPr dirty="0"/>
              <a:t>Explanation: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The loop blocks everything until finished.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862" y="1572768"/>
            <a:ext cx="3053225" cy="302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Synchronous vs Asynchronous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dirty="0"/>
              <a:t>Synchronous Code: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Runs line by line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Blocks execution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Asynchronous Code: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Runs later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Uses runtime environment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Examples: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setTimeout</a:t>
            </a: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fetch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DOM events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file system (Node)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80" y="2847095"/>
            <a:ext cx="3520440" cy="20321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APIs / Node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Web APIs (Browser provides):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setTimeout</a:t>
            </a: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fetch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DOM events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localStorage</a:t>
            </a:r>
            <a:endParaRPr dirty="0"/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Node APIs (Node provides):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fs module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http server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database drivers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JavaScript delegates async tasks to these APIs.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2768"/>
            <a:ext cx="3520440" cy="20321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setTimeout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console.log('Start');</a:t>
            </a:r>
          </a:p>
          <a:p>
            <a:pPr marL="0" indent="0">
              <a:buNone/>
              <a:defRPr sz="2000"/>
            </a:pPr>
            <a:r>
              <a:rPr dirty="0" err="1"/>
              <a:t>setTimeout</a:t>
            </a:r>
            <a:r>
              <a:rPr dirty="0"/>
              <a:t>(() =&gt; { console.log('Timeout done'); }, 2000);</a:t>
            </a:r>
          </a:p>
          <a:p>
            <a:pPr marL="0" indent="0">
              <a:buNone/>
              <a:defRPr sz="2000"/>
            </a:pPr>
            <a:r>
              <a:rPr dirty="0"/>
              <a:t>console.log('End');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Output:</a:t>
            </a:r>
          </a:p>
          <a:p>
            <a:pPr marL="0" indent="0">
              <a:buNone/>
              <a:defRPr sz="2000"/>
            </a:pPr>
            <a:r>
              <a:rPr dirty="0"/>
              <a:t>Start</a:t>
            </a:r>
          </a:p>
          <a:p>
            <a:pPr marL="0" indent="0">
              <a:buNone/>
              <a:defRPr sz="2000"/>
            </a:pPr>
            <a:r>
              <a:rPr dirty="0"/>
              <a:t>End</a:t>
            </a:r>
          </a:p>
          <a:p>
            <a:pPr marL="0" indent="0">
              <a:buNone/>
              <a:defRPr sz="2000"/>
            </a:pPr>
            <a:r>
              <a:rPr dirty="0"/>
              <a:t>Timeout done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Why?</a:t>
            </a:r>
          </a:p>
          <a:p>
            <a:pPr marL="0" indent="0">
              <a:buNone/>
              <a:defRPr sz="2000"/>
            </a:pPr>
            <a:r>
              <a:rPr dirty="0" err="1"/>
              <a:t>setTimeout</a:t>
            </a:r>
            <a:r>
              <a:rPr dirty="0"/>
              <a:t> goes to Web API, callback waits, later enters the queue.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162" y="2603863"/>
            <a:ext cx="5548775" cy="23695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Callback Queue (Macrotask 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Callback Queue stores callbacks waiting for execution.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Examples that go to Callback Queue: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lang="en-US" dirty="0"/>
              <a:t> </a:t>
            </a:r>
            <a:r>
              <a:rPr dirty="0" err="1"/>
              <a:t>setTimeout</a:t>
            </a: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lang="en-US" dirty="0"/>
              <a:t> </a:t>
            </a:r>
            <a:r>
              <a:rPr dirty="0" err="1"/>
              <a:t>setInterval</a:t>
            </a: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 click events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Important: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Callback queue executes only when call stack is empty.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572768"/>
            <a:ext cx="3520440" cy="166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Microtask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Microtask queue has higher priority than callback queue.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Examples: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Promise.then</a:t>
            </a:r>
            <a:r>
              <a:rPr dirty="0"/>
              <a:t>()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async/await continuation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queueMicrotask</a:t>
            </a:r>
            <a:r>
              <a:rPr dirty="0"/>
              <a:t>()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Rule: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Microtasks always execute before callback queue tasks.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745" y="1979894"/>
            <a:ext cx="4138946" cy="2642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436" y="2503278"/>
            <a:ext cx="4817564" cy="4080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Event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97" y="1440280"/>
            <a:ext cx="8229600" cy="4525963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dirty="0"/>
              <a:t>Event Loop = Manager of Execution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Job: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Checks if call stack is empty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Moves tasks from queues to call stack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Execution Order: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1. Execute synchronous code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2. Execute all microtasks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3. Execute one callback task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4. Repeat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59F2F4-FF61-486B-A758-FEF9A8380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68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3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Microtask vs Callback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  <a:defRPr sz="2000"/>
            </a:pPr>
            <a:r>
              <a:rPr dirty="0"/>
              <a:t>console.log('Start');</a:t>
            </a:r>
          </a:p>
          <a:p>
            <a:pPr marL="400050" lvl="1" indent="0">
              <a:buNone/>
              <a:defRPr sz="2000"/>
            </a:pPr>
            <a:r>
              <a:rPr dirty="0" err="1"/>
              <a:t>setTimeout</a:t>
            </a:r>
            <a:r>
              <a:rPr dirty="0"/>
              <a:t>(() =&gt; console.log('Timeout'), 0);</a:t>
            </a:r>
          </a:p>
          <a:p>
            <a:pPr marL="400050" lvl="1" indent="0">
              <a:buNone/>
              <a:defRPr sz="2000"/>
            </a:pPr>
            <a:r>
              <a:rPr dirty="0" err="1"/>
              <a:t>Promise.resolve</a:t>
            </a:r>
            <a:r>
              <a:rPr dirty="0"/>
              <a:t>().then(() =&gt; console.log('Promise'));</a:t>
            </a:r>
          </a:p>
          <a:p>
            <a:pPr marL="400050" lvl="1" indent="0">
              <a:buNone/>
              <a:defRPr sz="2000"/>
            </a:pPr>
            <a:r>
              <a:rPr dirty="0"/>
              <a:t>console.log('End');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97" y="3323709"/>
            <a:ext cx="7446606" cy="35146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Promise Runs Before Timeout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Because: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Promise.then</a:t>
            </a:r>
            <a:r>
              <a:rPr dirty="0"/>
              <a:t>() goes to Microtask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</a:t>
            </a:r>
            <a:r>
              <a:rPr dirty="0" err="1"/>
              <a:t>setTimeout</a:t>
            </a:r>
            <a:r>
              <a:rPr dirty="0"/>
              <a:t> goes to Callback Queue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Event loop clears microtasks first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Priority: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Microtasks &gt; </a:t>
            </a:r>
            <a:r>
              <a:rPr dirty="0" err="1"/>
              <a:t>Macrotasks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31007"/>
            <a:ext cx="4290279" cy="34616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Loop Execution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For the previous code: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1. Start printed (sync)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2. Timeout registered (Web API)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3. Promise registered (Microtask queue)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4. End printed (sync)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5. Call stack empty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6. Microtask runs (Promise)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7. Callback queue runs (Timeout)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987" y="1123959"/>
            <a:ext cx="3244813" cy="50022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Nested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console.log('A');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 err="1"/>
              <a:t>setTimeout</a:t>
            </a:r>
            <a:r>
              <a:rPr dirty="0"/>
              <a:t>(() =&gt; {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console.log('B');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 err="1"/>
              <a:t>Promise.resolve</a:t>
            </a:r>
            <a:r>
              <a:rPr dirty="0"/>
              <a:t>().then(() =&gt; console.log('C'));</a:t>
            </a:r>
            <a:endParaRPr lang="en-PK"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lang="en-PK" dirty="0"/>
              <a:t>}, 0);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console.log('D');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Expected Output: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A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D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B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037" y="3114184"/>
            <a:ext cx="4699580" cy="33466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9063"/>
            <a:ext cx="8229600" cy="2534193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dirty="0"/>
              <a:t>What is the Event Loop?</a:t>
            </a:r>
          </a:p>
          <a:p>
            <a:pPr marL="0" indent="0">
              <a:buNone/>
              <a:defRPr sz="2000"/>
            </a:pPr>
            <a:r>
              <a:rPr lang="en-US" dirty="0"/>
              <a:t>      </a:t>
            </a:r>
            <a:r>
              <a:rPr dirty="0"/>
              <a:t>• A mechanism that checks call stack and queues to execute asyn</a:t>
            </a:r>
            <a:r>
              <a:rPr lang="en-US" dirty="0"/>
              <a:t>c		</a:t>
            </a:r>
            <a:r>
              <a:rPr dirty="0"/>
              <a:t>callbacks.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What is the Call Stack?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A structure that keeps track of currently executing functions.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r>
              <a:rPr dirty="0"/>
              <a:t>❌ </a:t>
            </a:r>
            <a:r>
              <a:rPr dirty="0" err="1"/>
              <a:t>setTimeout</a:t>
            </a:r>
            <a:r>
              <a:rPr dirty="0"/>
              <a:t>(</a:t>
            </a:r>
            <a:r>
              <a:rPr dirty="0" err="1"/>
              <a:t>fn</a:t>
            </a:r>
            <a:r>
              <a:rPr dirty="0"/>
              <a:t>, 0) runs immediately</a:t>
            </a:r>
          </a:p>
          <a:p>
            <a:pPr marL="0" indent="0">
              <a:buNone/>
              <a:defRPr sz="2000"/>
            </a:pPr>
            <a:r>
              <a:rPr dirty="0"/>
              <a:t>✅ It runs after the call stack is empty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dirty="0"/>
              <a:t>❌ Promise is async like timeout</a:t>
            </a:r>
          </a:p>
          <a:p>
            <a:pPr marL="0" indent="0">
              <a:buNone/>
              <a:defRPr sz="2000"/>
            </a:pPr>
            <a:r>
              <a:rPr dirty="0"/>
              <a:t>✅ Promise microtask runs before timeout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902" y="1572768"/>
            <a:ext cx="3553098" cy="291214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909" y="274638"/>
            <a:ext cx="8229600" cy="1143000"/>
          </a:xfrm>
        </p:spPr>
        <p:txBody>
          <a:bodyPr/>
          <a:lstStyle/>
          <a:p>
            <a:r>
              <a:rPr dirty="0"/>
              <a:t>Quick Practice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909" y="1600200"/>
            <a:ext cx="8229600" cy="4525963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dirty="0"/>
              <a:t>Predict the output: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console.log('1');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lang="en-US" dirty="0" err="1"/>
              <a:t>s</a:t>
            </a:r>
            <a:r>
              <a:rPr dirty="0" err="1"/>
              <a:t>etTimeout</a:t>
            </a:r>
            <a:r>
              <a:rPr dirty="0"/>
              <a:t>(() =&gt; console.log('2'), 0);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 err="1"/>
              <a:t>Promise.resolve</a:t>
            </a:r>
            <a:r>
              <a:rPr dirty="0"/>
              <a:t>().then(() =&gt; console.log('3'));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-US" dirty="0"/>
              <a:t>	console.log('4');</a:t>
            </a:r>
            <a:endParaRPr dirty="0"/>
          </a:p>
          <a:p>
            <a:pPr marL="0" indent="0">
              <a:buNone/>
              <a:defRPr sz="2000"/>
            </a:pPr>
            <a:r>
              <a:rPr dirty="0"/>
              <a:t>Correct Output:</a:t>
            </a:r>
          </a:p>
          <a:p>
            <a:pPr lvl="1">
              <a:defRPr sz="2000"/>
            </a:pPr>
            <a:r>
              <a:rPr dirty="0"/>
              <a:t>1</a:t>
            </a:r>
          </a:p>
          <a:p>
            <a:pPr lvl="1">
              <a:defRPr sz="2000"/>
            </a:pPr>
            <a:r>
              <a:rPr dirty="0"/>
              <a:t>4</a:t>
            </a:r>
          </a:p>
          <a:p>
            <a:pPr lvl="1">
              <a:defRPr sz="2000"/>
            </a:pPr>
            <a:r>
              <a:rPr dirty="0"/>
              <a:t>3</a:t>
            </a:r>
          </a:p>
          <a:p>
            <a:pPr lvl="1">
              <a:defRPr sz="2000"/>
            </a:pPr>
            <a:r>
              <a:rPr dirty="0"/>
              <a:t>2</a:t>
            </a:r>
            <a:r>
              <a:rPr lang="en-US" dirty="0"/>
              <a:t>	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Key Takeaways: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JS is single-threaded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Call stack executes synchronous code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Web APIs handle async tasks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Microtask queue has highest priority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Callback queue runs after microtasks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• Event loop manages execution order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001" y="4160836"/>
            <a:ext cx="6467421" cy="2697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Golden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Execution Priority:</a:t>
            </a:r>
          </a:p>
          <a:p>
            <a:pPr>
              <a:defRPr sz="2000"/>
            </a:pPr>
            <a:endParaRPr dirty="0"/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1. Sync Code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2. Microtasks (Promises)</a:t>
            </a:r>
          </a:p>
          <a:p>
            <a:pPr marL="0" indent="0">
              <a:buNone/>
              <a:defRPr sz="2000"/>
            </a:pPr>
            <a:r>
              <a:rPr lang="en-US" dirty="0"/>
              <a:t>	</a:t>
            </a:r>
            <a:r>
              <a:rPr dirty="0"/>
              <a:t>3. </a:t>
            </a:r>
            <a:r>
              <a:rPr dirty="0" err="1"/>
              <a:t>Macrotasks</a:t>
            </a:r>
            <a:r>
              <a:rPr dirty="0"/>
              <a:t> (Timeouts, Events)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643" y="1166019"/>
            <a:ext cx="4830703" cy="45259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Homewor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Create eventloop.js with 3 examples and expected outputs.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27781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8977" y="3365686"/>
            <a:ext cx="7898674" cy="2307771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endParaRPr sz="2800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9360"/>
            <a:ext cx="9144000" cy="31608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4FD704-E8F5-4FEB-B3A1-1133FC2705B6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8f7af497-4c79-44ce-be51-213897190c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1110</Words>
  <Application>Microsoft Office PowerPoint</Application>
  <PresentationFormat>On-screen Show (4:3)</PresentationFormat>
  <Paragraphs>232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&amp; JS Engine</vt:lpstr>
      <vt:lpstr>JS Engine Flow Diagram</vt:lpstr>
      <vt:lpstr>Learning Objectives</vt:lpstr>
      <vt:lpstr>JavaScript is Single Threaded</vt:lpstr>
      <vt:lpstr>JavaScript Runtime</vt:lpstr>
      <vt:lpstr>JS Engine (V8)</vt:lpstr>
      <vt:lpstr>The Call Stack</vt:lpstr>
      <vt:lpstr>Call Stack Visualization</vt:lpstr>
      <vt:lpstr>Blocking the Call Stack</vt:lpstr>
      <vt:lpstr>Synchronous vs Asynchronous</vt:lpstr>
      <vt:lpstr>Web APIs / Node APIs</vt:lpstr>
      <vt:lpstr>setTimeout Example</vt:lpstr>
      <vt:lpstr>Callback Queue (Macrotask Queue)</vt:lpstr>
      <vt:lpstr>Microtask Queue</vt:lpstr>
      <vt:lpstr>Event Loop</vt:lpstr>
      <vt:lpstr>PowerPoint Presentation</vt:lpstr>
      <vt:lpstr>Microtask vs Callback Example</vt:lpstr>
      <vt:lpstr>Why Promise Runs Before Timeout</vt:lpstr>
      <vt:lpstr>Event Loop Execution Steps</vt:lpstr>
      <vt:lpstr>Nested Example</vt:lpstr>
      <vt:lpstr>Common Interview Questions</vt:lpstr>
      <vt:lpstr>Common Mistakes</vt:lpstr>
      <vt:lpstr>Quick Practice Question</vt:lpstr>
      <vt:lpstr>Summary</vt:lpstr>
      <vt:lpstr>Final Golden Rule</vt:lpstr>
      <vt:lpstr>Homework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Engine &amp; The Event Loop</dc:title>
  <dc:subject/>
  <dc:creator/>
  <cp:keywords/>
  <dc:description>generated using python-pptx</dc:description>
  <cp:lastModifiedBy>Abid Ali</cp:lastModifiedBy>
  <cp:revision>7</cp:revision>
  <dcterms:created xsi:type="dcterms:W3CDTF">2013-01-27T09:14:16Z</dcterms:created>
  <dcterms:modified xsi:type="dcterms:W3CDTF">2026-04-18T15:40:14Z</dcterms:modified>
  <cp:category/>
</cp:coreProperties>
</file>