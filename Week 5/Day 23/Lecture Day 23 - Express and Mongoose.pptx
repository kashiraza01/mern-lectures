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Prerequisite: Day 22 MongoDB lab (shop_db + products).</a:t>
            </a:r>
          </a:p>
          <a:p>
            <a:r>
              <a:t>Today: build a REST API that reads/writes MongoDB from Node using Express and Mongoose.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need Node 18+, Atlas URI or local MongoDB, shop_db from Day 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the diagram. Emphasize Express is the only public entry point to 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will build the same API step by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Contrast: Node http module is verbose; Express simplifies routing.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to products: GET /api/products, GET /api/products/:id,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Demo: npm init, npm i express, node server.js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Without express.json(), req.body is undefined on POST.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it flat for small projects; split as it grows.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.gitignore with .env. Atlas URI should include database name shop_db.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already know shell syntax; Mongoose maps to similar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connectDB() before app.listen. Handle connection errors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fields to Day 22 insertMany documents.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on board if helpful.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invalid POST body.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students deleted USB-C Hub in lab, they still have 4 products.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Prefix /api is convention; keeps room for future auth routes.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JSON array shape React already expects from DummyJSON.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Invalid ObjectId throws — catch and return 400 in production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POST with Thunder Client. Body: { title, price, category 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new: true returns updated doc; runValidators enforces schema.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min live demo: full CRUD cycle in Compass +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Router keeps server.js clean.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Can throw errors with next(err) from controllers.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Place after routes, before error handler.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Symptom without CORS: fetch fails in browser but Thunder Client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Encourage saving a Thunder Client collection for the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React useParams id matches :id in route.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Brief — full relational modeling is advanced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May need to adjust Redux slice if it expected DummyJSON wrapper 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Minimize frontend churn with Option B during migration.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Bad: User.find({ email: req.body }) where body is { email: { $gt: '' } 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npm i express-async-handler optional convenience.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~45 minutes. Pair students if behind on Day 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Assignment idea: connect mid-exam Products page to shop-api.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Q&amp;A. Ensure everyone has working MONGO_URI before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32B2B"/>
                </a:solidFill>
              </a:defRPr>
            </a:pPr>
            <a:r>
              <a:t>Express + Mongoose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C6C6C"/>
                </a:solidFill>
              </a:defRPr>
            </a:pPr>
            <a:r>
              <a:t>MERN Stack · Week 5 · Day 23 · 90-minute lecture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1097280" cy="73152"/>
          </a:xfrm>
          <a:prstGeom prst="rect">
            <a:avLst/>
          </a:prstGeom>
          <a:solidFill>
            <a:srgbClr val="00E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Agenda &amp; timing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Recap: MERN data flow &amp; Day 22 (5 min)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Express fundamentals &amp; project setup (15 min)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Mongoose connection &amp; schemas (18 min)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REST API: CRUD routes (22 min)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Middleware, errors &amp; CORS (12 min)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ObjectId routes, populate &amp; React fetch (10 min)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Security, best practices &amp; lab preview (8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636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C6C6C"/>
                </a:solidFill>
              </a:defRPr>
            </a:pPr>
            <a:r>
              <a:t>★ Break suggested after Section 4 (~45 min)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2011680"/>
          </a:xfrm>
          <a:prstGeom prst="rect">
            <a:avLst/>
          </a:prstGeom>
          <a:solidFill>
            <a:srgbClr val="23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1 · Recap &amp;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ED64"/>
                </a:solidFill>
              </a:defRPr>
            </a:pPr>
            <a:r>
              <a:t>~5 minutes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Where we left off (Day 22)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MongoDB stores documents in collections (shop_db.products)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You practiced CRUD in mongosh / Compass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React still calls DummyJSON — data is not yours yet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Today: Express API + Mongoose → your React app talks to your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520440"/>
            <a:ext cx="8229600" cy="265176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React  --HTTP--&gt;  Express  --Mongoose--&gt;  MongoDB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Today's 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Scaffold an Express server with ES modules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Connect Mongoose to Atlas/local MongoDB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Define a Product schema and model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Build REST endpoints: GET, POST, PUT, DELETE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Handle errors, CORS, and test with Thunder Client / fetch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2011680"/>
          </a:xfrm>
          <a:prstGeom prst="rect">
            <a:avLst/>
          </a:prstGeom>
          <a:solidFill>
            <a:srgbClr val="23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2 · Express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ED64"/>
                </a:solidFill>
              </a:defRPr>
            </a:pPr>
            <a:r>
              <a:t>~15 minutes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What is Express?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Minimal web framework for Node.js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Handles HTTP methods, routes, middleware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Does not include DB — we add Mongoose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Industry standard for MERN backends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HTTP &amp; REST refresher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GET — read resources (safe, idempotent)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POST — create new resource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PUT / PATCH — update existing resource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DELETE — remove resource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Status codes: 200 OK, 201 Created, 400 Bad Request, 404 Not Found, 500 Server Error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Minimal Express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3520440"/>
            <a:ext cx="8229600" cy="265176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import express from "express";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const app = express();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const PORT = process.env.PORT || 5000;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app.get("/", (req, res) =&gt; {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res.json({ message: "API is running" });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});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app.listen(PORT, () =&gt; console.log(`Server on ${PORT}`));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Middleware &amp; JSON body parser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Middleware — functions that run on every (or some) requests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express.json() — parses JSON request bodies into req.body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Order matters: middleware before routes that need it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Common stack: cors → express.json() → routes → error handler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520440"/>
            <a:ext cx="8229600" cy="265176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import cors from "cors";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app.use(cors());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app.use(express.json());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Project structure (recommended)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3520440"/>
            <a:ext cx="8229600" cy="265176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shop-api/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├── .env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├── .gitignore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├── package.json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├── server.js          # entry: connect DB + listen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├── config/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│   └── db.js          # mongoose.connect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├── models/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│   └── Product.js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├── routes/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│   └── productRoutes.js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└── controllers/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  └── productController.js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Environment variables with dotenv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Never hard-code secrets in source code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npm install dotenv — load at top of server.js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Create .env (gitignored): MONGO_URI, PORT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Access via process.env.MONGO_URI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520440"/>
            <a:ext cx="8229600" cy="265176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import "dotenv/config";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// .env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// PORT=5000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// MONGO_URI=mongodb+srv://user:pass@cluster.mongodb.net/shop_db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2011680"/>
          </a:xfrm>
          <a:prstGeom prst="rect">
            <a:avLst/>
          </a:prstGeom>
          <a:solidFill>
            <a:srgbClr val="23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3 · Mongoose connection &amp; schemas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ED64"/>
                </a:solidFill>
              </a:defRPr>
            </a:pPr>
            <a:r>
              <a:t>~18 minutes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Driver vs Mongoose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mongodb driver — low-level, close to shell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Mongoose — ODM: schemas, validation, hooks, populate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Mongoose builds on the driver; most MERN courses use it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npm install mongoose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Connecting to MongoDB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3520440"/>
            <a:ext cx="8229600" cy="265176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import mongoose from "mongoose";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export async function connectDB() {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try {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  await mongoose.connect(process.env.MONGO_URI);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  console.log("MongoDB connected");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} catch (err) {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  console.error(err.message);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  process.exit(1);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}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Schema &amp;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Schema — blueprint for documents (types, required, defaults)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Model — constructor bound to a collection name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Mongoose pluralizes: model('Product') → collection products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timestamps: true adds createdAt and updatedAt automatically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520440"/>
            <a:ext cx="8229600" cy="265176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const productSchema = new mongoose.Schema(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{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  title: { type: String, required: true, trim: true },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  price: { type: Number, required: true, min: 0 },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  category: { type: String, default: "general" },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  inStock: { type: Boolean, default: true },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  tags: [String],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},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{ timestamps: true }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);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export const Product = mongoose.model("Product", productSchema);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Mongoose vs shell — operation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Product.find(filter) ↔ db.products.find()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Product.findById(id) ↔ db.products.findOne({ _id })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Product.create(data) ↔ insertOne / insertMany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findByIdAndUpdate / findByIdAndDelete ↔ updateOne / deleteOne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Returns Promises — use async/await in route handlers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Validation &amp; 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Schema validators run before save (required, min, enum)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Invalid data → ValidationError → return 400 to client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CastError — invalid ObjectId in :id param → 400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Use try/catch or centralized error middleware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520440"/>
            <a:ext cx="8229600" cy="265176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// Invalid: price: "free" → CastError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// Missing title → ValidationError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Seeding from Day 22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Option A: keep data inserted in Compass — Mongoose reads same collection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Option B: seed script with Product.insertMany([...])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Collection name must match (products)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Schema can be stricter than existing docs — watch validation on old docs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2011680"/>
          </a:xfrm>
          <a:prstGeom prst="rect">
            <a:avLst/>
          </a:prstGeom>
          <a:solidFill>
            <a:srgbClr val="23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4 · REST API — CRUD routes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ED64"/>
                </a:solidFill>
              </a:defRPr>
            </a:pPr>
            <a:r>
              <a:t>~22 minutes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Route design for products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GET    /api/products       — list all (optional ?category=)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GET    /api/products/:id   — single product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POST   /api/products       — create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PUT    /api/products/:id   — replace/update fields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DELETE /api/products/:id   — remove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GET all products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3520440"/>
            <a:ext cx="8229600" cy="265176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export const getProducts = async (req, res) =&gt; {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try {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  const filter = {};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  if (req.query.category) filter.category = req.query.category;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  const products = await Product.find(filter).sort({ createdAt: -1 });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  res.json(products);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} catch (err) {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  res.status(500).json({ message: err.message });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}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};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GET single product by 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3520440"/>
            <a:ext cx="8229600" cy="265176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export const getProductById = async (req, res) =&gt; {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try {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  const product = await Product.findById(req.params.id);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  if (!product) return res.status(404).json({ message: "Product not found" });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  res.json(product);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} catch (err) {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  res.status(500).json({ message: err.message });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}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};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POST — create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3520440"/>
            <a:ext cx="8229600" cy="265176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export const createProduct = async (req, res) =&gt; {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try {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  const product = await Product.create(req.body);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  res.status(201).json(product);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} catch (err) {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  if (err.name === "ValidationError")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    return res.status(400).json({ message: err.message });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  res.status(500).json({ message: err.message });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}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};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PUT — update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3520440"/>
            <a:ext cx="8229600" cy="265176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export const updateProduct = async (req, res) =&gt; {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try {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  const product = await Product.findByIdAndUpdate(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    req.params.id,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    req.body,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    { new: true, runValidators: true }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  );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  if (!product) return res.status(404).json({ message: "Product not found" });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  res.json(product);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} catch (err) {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  res.status(400).json({ message: err.message });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}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};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DELETE — remove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3520440"/>
            <a:ext cx="8229600" cy="265176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export const deleteProduct = async (req, res) =&gt; {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try {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  const product = await Product.findByIdAndDelete(req.params.id);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  if (!product) return res.status(404).json({ message: "Product not found" });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  res.json({ message: "Product deleted", id: product._id });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} catch (err) {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  res.status(500).json({ message: err.message });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}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};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Wiring routes in Express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3520440"/>
            <a:ext cx="8229600" cy="265176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import productRoutes from "./routes/productRoutes.js";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app.use("/api/products", productRoutes);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// productRoutes.js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import { Router } from "express";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const router = Router();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router.get("/", getProducts);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router.get("/:id", getProductById);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router.post("/", createProduct);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router.put("/:id", updateProduct);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router.delete("/:id", deleteProduct);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export default router;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2011680"/>
          </a:xfrm>
          <a:prstGeom prst="rect">
            <a:avLst/>
          </a:prstGeom>
          <a:solidFill>
            <a:srgbClr val="23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5 · Middleware, errors &amp; CORS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ED64"/>
                </a:solidFill>
              </a:defRPr>
            </a:pPr>
            <a:r>
              <a:t>~12 minutes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Centralized error middleware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Define after all routes — 4-arg function (err, req, res, next)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Log error server-side; send safe message to client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Avoid leaking stack traces in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520440"/>
            <a:ext cx="8229600" cy="265176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app.use((err, req, res, next) =&gt; {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console.error(err.stack);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res.status(err.status || 500).json({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  message: err.message || "Server error",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});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});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404 handler for unknown routes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3520440"/>
            <a:ext cx="8229600" cy="265176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app.use((req, res) =&gt; {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res.status(404).json({ message: `Route not found: ${req.method} ${req.originalUrl}` });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});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CORS — why React needs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Browser blocks cross-origin requests by default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React (localhost:5173) → API (localhost:5000) = different origins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npm install cors — app.use(cors()) for development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Production: restrict origin to your deployed frontend URL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520440"/>
            <a:ext cx="8229600" cy="265176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import cors from "cors";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app.use(cors({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origin: "http://localhost:5173",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}));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Testing the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Thunder Client / Postman / Insomnia — manual HTTP tests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Browser address bar — GET only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curl / fetch from Node REPL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Check Network tab in React DevTools when connecting frontend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2011680"/>
          </a:xfrm>
          <a:prstGeom prst="rect">
            <a:avLst/>
          </a:prstGeom>
          <a:solidFill>
            <a:srgbClr val="23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6 · ObjectId, populate &amp; React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ED64"/>
                </a:solidFill>
              </a:defRPr>
            </a:pPr>
            <a:r>
              <a:t>~10 minutes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Working with ObjectId in routes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req.params.id is a string — Mongoose casts to ObjectId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Invalid format → CastError — return 400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Compare: product._id.toString() === id for manual checks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mongoose.Types.ObjectId.isValid(id) — quick guard (not perfect)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populate() — references (preview)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Schema: userId: { type: mongoose.Schema.Types.ObjectId, ref: 'User' }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Query: Order.find().populate('userId', 'name email')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Like SQL JOIN but explicit — only when you need related docs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Orders with embedded items (Day 22) may not need populate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520440"/>
            <a:ext cx="8229600" cy="265176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// Later: order references user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const orders = await Order.find().populate("userId", "name email");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Connecting React frontend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3520440"/>
            <a:ext cx="8229600" cy="265176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// Products.jsx — change URL only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const res = await fetch("http://localhost:5000/api/products");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const products = await res.json();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// Mongoose returns array directly (not { products: [...] } like DummyJSON)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// ProductDetails.jsx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const res = await fetch(`http://localhost:5000/api/products/${id}`);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Adapter pattern (DummyJSON → your API)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DummyJSON: { products: [...], total, skip, limit }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Your API: [...] array directly from GET /api/products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Option A: change frontend to use array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Option B: wrap in controller: res.json({ products, total: products.length })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2011680"/>
          </a:xfrm>
          <a:prstGeom prst="rect">
            <a:avLst/>
          </a:prstGeom>
          <a:solidFill>
            <a:srgbClr val="23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7 · Security, best practices &amp;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ED64"/>
                </a:solidFill>
              </a:defRPr>
            </a:pPr>
            <a:r>
              <a:t>~8 minutes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Security essentials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MONGO_URI only on server — never in React (VITE_ exposes to browser!)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Validate req.body — don't pass raw objects into queries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NoSQL injection: never use eval or string-built queries with user input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Hash passwords with bcrypt before User model (future auth lecture)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Rate limiting &amp; helmet — production hardening (mention only)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One mongoose.connect per app — not per request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async route handlers with try/catch or express-async-handler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Consistent JSON error shape: { message: '...' }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Use meaningful HTTP status codes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Version API if needed: /api/v1/products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Lab preview (Day 23)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Build shop-api from scratch (or starter)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Connect Mongoose to shop_db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Implement all 5 product endpoints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Test with Thunder Client; optional React hookup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Express handles HTTP; Mongoose handles MongoDB documents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Schema enforces structure; models provide query methods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REST maps CRUD to routes and status codes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CORS + JSON middleware are required for React integration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You can now replace DummyJSON with your own persistent API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32B2B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C6C6C"/>
                </a:solidFill>
              </a:defRPr>
            </a:pPr>
            <a:r>
              <a:t>Lab Day 23 · Build shop-api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1097280" cy="73152"/>
          </a:xfrm>
          <a:prstGeom prst="rect">
            <a:avLst/>
          </a:prstGeom>
          <a:solidFill>
            <a:srgbClr val="00E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